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546850" cy="35655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36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C00A7-6785-F8DE-743B-5256A6ED7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356" y="583525"/>
            <a:ext cx="4910138" cy="1241331"/>
          </a:xfrm>
        </p:spPr>
        <p:txBody>
          <a:bodyPr anchor="b"/>
          <a:lstStyle>
            <a:lvl1pPr algn="ctr">
              <a:defRPr sz="16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625663-DE6C-879C-6107-AF8C07272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356" y="1872726"/>
            <a:ext cx="4910138" cy="860843"/>
          </a:xfrm>
        </p:spPr>
        <p:txBody>
          <a:bodyPr/>
          <a:lstStyle>
            <a:lvl1pPr marL="0" indent="0" algn="ctr">
              <a:buNone/>
              <a:defRPr sz="670"/>
            </a:lvl1pPr>
            <a:lvl2pPr marL="127644" indent="0" algn="ctr">
              <a:buNone/>
              <a:defRPr sz="558"/>
            </a:lvl2pPr>
            <a:lvl3pPr marL="255288" indent="0" algn="ctr">
              <a:buNone/>
              <a:defRPr sz="503"/>
            </a:lvl3pPr>
            <a:lvl4pPr marL="382932" indent="0" algn="ctr">
              <a:buNone/>
              <a:defRPr sz="447"/>
            </a:lvl4pPr>
            <a:lvl5pPr marL="510576" indent="0" algn="ctr">
              <a:buNone/>
              <a:defRPr sz="447"/>
            </a:lvl5pPr>
            <a:lvl6pPr marL="638220" indent="0" algn="ctr">
              <a:buNone/>
              <a:defRPr sz="447"/>
            </a:lvl6pPr>
            <a:lvl7pPr marL="765864" indent="0" algn="ctr">
              <a:buNone/>
              <a:defRPr sz="447"/>
            </a:lvl7pPr>
            <a:lvl8pPr marL="893508" indent="0" algn="ctr">
              <a:buNone/>
              <a:defRPr sz="447"/>
            </a:lvl8pPr>
            <a:lvl9pPr marL="1021152" indent="0" algn="ctr">
              <a:buNone/>
              <a:defRPr sz="44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B73260-56B1-7942-0663-9DDB1958D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89EC3-7CFF-9FD7-2AC3-95A8E5CF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E31FEA-B49D-68D8-ECE8-819054E7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09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0FC30-351B-9467-C1A9-8ACC3FBF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FF9631-E215-C255-2CF6-CDA4B280C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8AB179-2A53-E8B7-AE7A-1CD2EC73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58CD6A-1135-30BE-B492-9F8489E7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EB24A8-F648-A0D6-04AC-0B276C54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3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27478-39C9-82EB-15FD-B60645D97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686" y="888906"/>
            <a:ext cx="5646658" cy="1483159"/>
          </a:xfrm>
        </p:spPr>
        <p:txBody>
          <a:bodyPr anchor="b"/>
          <a:lstStyle>
            <a:lvl1pPr>
              <a:defRPr sz="16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98B1C5-ABD0-668D-F9BD-33F488851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686" y="2386097"/>
            <a:ext cx="5646658" cy="779958"/>
          </a:xfrm>
        </p:spPr>
        <p:txBody>
          <a:bodyPr/>
          <a:lstStyle>
            <a:lvl1pPr marL="0" indent="0">
              <a:buNone/>
              <a:defRPr sz="670">
                <a:solidFill>
                  <a:schemeClr val="tx1">
                    <a:tint val="75000"/>
                  </a:schemeClr>
                </a:solidFill>
              </a:defRPr>
            </a:lvl1pPr>
            <a:lvl2pPr marL="127644" indent="0">
              <a:buNone/>
              <a:defRPr sz="558">
                <a:solidFill>
                  <a:schemeClr val="tx1">
                    <a:tint val="75000"/>
                  </a:schemeClr>
                </a:solidFill>
              </a:defRPr>
            </a:lvl2pPr>
            <a:lvl3pPr marL="255288" indent="0">
              <a:buNone/>
              <a:defRPr sz="503">
                <a:solidFill>
                  <a:schemeClr val="tx1">
                    <a:tint val="75000"/>
                  </a:schemeClr>
                </a:solidFill>
              </a:defRPr>
            </a:lvl3pPr>
            <a:lvl4pPr marL="382932" indent="0">
              <a:buNone/>
              <a:defRPr sz="447">
                <a:solidFill>
                  <a:schemeClr val="tx1">
                    <a:tint val="75000"/>
                  </a:schemeClr>
                </a:solidFill>
              </a:defRPr>
            </a:lvl4pPr>
            <a:lvl5pPr marL="510576" indent="0">
              <a:buNone/>
              <a:defRPr sz="447">
                <a:solidFill>
                  <a:schemeClr val="tx1">
                    <a:tint val="75000"/>
                  </a:schemeClr>
                </a:solidFill>
              </a:defRPr>
            </a:lvl5pPr>
            <a:lvl6pPr marL="638220" indent="0">
              <a:buNone/>
              <a:defRPr sz="447">
                <a:solidFill>
                  <a:schemeClr val="tx1">
                    <a:tint val="75000"/>
                  </a:schemeClr>
                </a:solidFill>
              </a:defRPr>
            </a:lvl6pPr>
            <a:lvl7pPr marL="765864" indent="0">
              <a:buNone/>
              <a:defRPr sz="447">
                <a:solidFill>
                  <a:schemeClr val="tx1">
                    <a:tint val="75000"/>
                  </a:schemeClr>
                </a:solidFill>
              </a:defRPr>
            </a:lvl7pPr>
            <a:lvl8pPr marL="893508" indent="0">
              <a:buNone/>
              <a:defRPr sz="447">
                <a:solidFill>
                  <a:schemeClr val="tx1">
                    <a:tint val="75000"/>
                  </a:schemeClr>
                </a:solidFill>
              </a:defRPr>
            </a:lvl8pPr>
            <a:lvl9pPr marL="1021152" indent="0">
              <a:buNone/>
              <a:defRPr sz="4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9B387D-8F9E-52A1-4F1A-BA4C2ED45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8DC7BB-556B-D511-4346-7B2981C5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5028E5-A83C-EEA7-64FF-E5157662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674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F9785-1DD4-C7E1-5598-520BB0E49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91D234-9C9B-5018-F556-3CB82167A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0096" y="949156"/>
            <a:ext cx="2782411" cy="22622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B72779-8B40-4B99-63FE-A4A098340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14344" y="949156"/>
            <a:ext cx="2782411" cy="22622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1C615F-EEEA-B4BD-242E-336D27C6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57F151-1269-45CF-55C7-CC5A6D828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01A45B-E4AC-6ED7-CF9F-B8E44356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05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8A870-F18A-D00E-CBEA-4B00542D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949" y="189832"/>
            <a:ext cx="5646658" cy="6891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4101D3-FC9A-9332-DA7C-E3DE75627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949" y="874049"/>
            <a:ext cx="2769624" cy="428358"/>
          </a:xfrm>
        </p:spPr>
        <p:txBody>
          <a:bodyPr anchor="b"/>
          <a:lstStyle>
            <a:lvl1pPr marL="0" indent="0">
              <a:buNone/>
              <a:defRPr sz="670" b="1"/>
            </a:lvl1pPr>
            <a:lvl2pPr marL="127644" indent="0">
              <a:buNone/>
              <a:defRPr sz="558" b="1"/>
            </a:lvl2pPr>
            <a:lvl3pPr marL="255288" indent="0">
              <a:buNone/>
              <a:defRPr sz="503" b="1"/>
            </a:lvl3pPr>
            <a:lvl4pPr marL="382932" indent="0">
              <a:buNone/>
              <a:defRPr sz="447" b="1"/>
            </a:lvl4pPr>
            <a:lvl5pPr marL="510576" indent="0">
              <a:buNone/>
              <a:defRPr sz="447" b="1"/>
            </a:lvl5pPr>
            <a:lvl6pPr marL="638220" indent="0">
              <a:buNone/>
              <a:defRPr sz="447" b="1"/>
            </a:lvl6pPr>
            <a:lvl7pPr marL="765864" indent="0">
              <a:buNone/>
              <a:defRPr sz="447" b="1"/>
            </a:lvl7pPr>
            <a:lvl8pPr marL="893508" indent="0">
              <a:buNone/>
              <a:defRPr sz="447" b="1"/>
            </a:lvl8pPr>
            <a:lvl9pPr marL="1021152" indent="0">
              <a:buNone/>
              <a:defRPr sz="44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2B117-EBFA-DF87-8829-62C74FE26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0949" y="1302407"/>
            <a:ext cx="2769624" cy="19156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66E036-EC61-BCA0-7E2D-38BF356BC9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14343" y="874049"/>
            <a:ext cx="2783264" cy="428358"/>
          </a:xfrm>
        </p:spPr>
        <p:txBody>
          <a:bodyPr anchor="b"/>
          <a:lstStyle>
            <a:lvl1pPr marL="0" indent="0">
              <a:buNone/>
              <a:defRPr sz="670" b="1"/>
            </a:lvl1pPr>
            <a:lvl2pPr marL="127644" indent="0">
              <a:buNone/>
              <a:defRPr sz="558" b="1"/>
            </a:lvl2pPr>
            <a:lvl3pPr marL="255288" indent="0">
              <a:buNone/>
              <a:defRPr sz="503" b="1"/>
            </a:lvl3pPr>
            <a:lvl4pPr marL="382932" indent="0">
              <a:buNone/>
              <a:defRPr sz="447" b="1"/>
            </a:lvl4pPr>
            <a:lvl5pPr marL="510576" indent="0">
              <a:buNone/>
              <a:defRPr sz="447" b="1"/>
            </a:lvl5pPr>
            <a:lvl6pPr marL="638220" indent="0">
              <a:buNone/>
              <a:defRPr sz="447" b="1"/>
            </a:lvl6pPr>
            <a:lvl7pPr marL="765864" indent="0">
              <a:buNone/>
              <a:defRPr sz="447" b="1"/>
            </a:lvl7pPr>
            <a:lvl8pPr marL="893508" indent="0">
              <a:buNone/>
              <a:defRPr sz="447" b="1"/>
            </a:lvl8pPr>
            <a:lvl9pPr marL="1021152" indent="0">
              <a:buNone/>
              <a:defRPr sz="44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D2EC66-66DA-CBEC-B2BB-F1CB20E1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14343" y="1302407"/>
            <a:ext cx="2783264" cy="19156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3A9A77-7FD7-A96A-3BC2-A9F6E5B3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5F5457-C371-393D-6509-EB659EA2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ED68EC-F39F-F2B6-6CF9-81FB2375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23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59CE5-8961-F554-936B-730BAB1D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6E1206-D7AB-334E-2250-021B9CFC4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A28D27-633E-04DB-B35D-FD0E67FE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93494C-EF8E-3947-7348-347B25AA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85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8A14F5-E229-33F3-A1D6-3FF2FA79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AA6B80-E0CE-068A-D09E-1AEF6AAA3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08D33C-F448-F557-FEE3-4A9E2515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4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4E15D-57AE-A048-9EE9-240A3D3F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950" y="237702"/>
            <a:ext cx="2111529" cy="831956"/>
          </a:xfrm>
        </p:spPr>
        <p:txBody>
          <a:bodyPr anchor="b"/>
          <a:lstStyle>
            <a:lvl1pPr>
              <a:defRPr sz="89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AA985C-F469-24F5-8F8A-5B27181DA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265" y="513370"/>
            <a:ext cx="3314343" cy="2533834"/>
          </a:xfrm>
        </p:spPr>
        <p:txBody>
          <a:bodyPr/>
          <a:lstStyle>
            <a:lvl1pPr>
              <a:defRPr sz="893"/>
            </a:lvl1pPr>
            <a:lvl2pPr>
              <a:defRPr sz="782"/>
            </a:lvl2pPr>
            <a:lvl3pPr>
              <a:defRPr sz="670"/>
            </a:lvl3pPr>
            <a:lvl4pPr>
              <a:defRPr sz="558"/>
            </a:lvl4pPr>
            <a:lvl5pPr>
              <a:defRPr sz="558"/>
            </a:lvl5pPr>
            <a:lvl6pPr>
              <a:defRPr sz="558"/>
            </a:lvl6pPr>
            <a:lvl7pPr>
              <a:defRPr sz="558"/>
            </a:lvl7pPr>
            <a:lvl8pPr>
              <a:defRPr sz="558"/>
            </a:lvl8pPr>
            <a:lvl9pPr>
              <a:defRPr sz="55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14F788-84B5-03AD-BD62-7A6A0CFED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0950" y="1069657"/>
            <a:ext cx="2111529" cy="1981673"/>
          </a:xfrm>
        </p:spPr>
        <p:txBody>
          <a:bodyPr/>
          <a:lstStyle>
            <a:lvl1pPr marL="0" indent="0">
              <a:buNone/>
              <a:defRPr sz="447"/>
            </a:lvl1pPr>
            <a:lvl2pPr marL="127644" indent="0">
              <a:buNone/>
              <a:defRPr sz="391"/>
            </a:lvl2pPr>
            <a:lvl3pPr marL="255288" indent="0">
              <a:buNone/>
              <a:defRPr sz="335"/>
            </a:lvl3pPr>
            <a:lvl4pPr marL="382932" indent="0">
              <a:buNone/>
              <a:defRPr sz="279"/>
            </a:lvl4pPr>
            <a:lvl5pPr marL="510576" indent="0">
              <a:buNone/>
              <a:defRPr sz="279"/>
            </a:lvl5pPr>
            <a:lvl6pPr marL="638220" indent="0">
              <a:buNone/>
              <a:defRPr sz="279"/>
            </a:lvl6pPr>
            <a:lvl7pPr marL="765864" indent="0">
              <a:buNone/>
              <a:defRPr sz="279"/>
            </a:lvl7pPr>
            <a:lvl8pPr marL="893508" indent="0">
              <a:buNone/>
              <a:defRPr sz="279"/>
            </a:lvl8pPr>
            <a:lvl9pPr marL="1021152" indent="0">
              <a:buNone/>
              <a:defRPr sz="27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8CCEA5-C3BC-4ABC-2DE6-2BEA4AC2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BDC494-C15C-AF85-680C-58E94BB9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2C61C1-8828-79B7-C8E4-AAE222775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899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0BBDD-72EC-B555-112E-35F3A5B16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950" y="237702"/>
            <a:ext cx="2111529" cy="831956"/>
          </a:xfrm>
        </p:spPr>
        <p:txBody>
          <a:bodyPr anchor="b"/>
          <a:lstStyle>
            <a:lvl1pPr>
              <a:defRPr sz="89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3A0626-FF58-CC1D-0000-2FCB8AAD0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783265" y="513370"/>
            <a:ext cx="3314343" cy="2533834"/>
          </a:xfrm>
        </p:spPr>
        <p:txBody>
          <a:bodyPr/>
          <a:lstStyle>
            <a:lvl1pPr marL="0" indent="0">
              <a:buNone/>
              <a:defRPr sz="893"/>
            </a:lvl1pPr>
            <a:lvl2pPr marL="127644" indent="0">
              <a:buNone/>
              <a:defRPr sz="782"/>
            </a:lvl2pPr>
            <a:lvl3pPr marL="255288" indent="0">
              <a:buNone/>
              <a:defRPr sz="670"/>
            </a:lvl3pPr>
            <a:lvl4pPr marL="382932" indent="0">
              <a:buNone/>
              <a:defRPr sz="558"/>
            </a:lvl4pPr>
            <a:lvl5pPr marL="510576" indent="0">
              <a:buNone/>
              <a:defRPr sz="558"/>
            </a:lvl5pPr>
            <a:lvl6pPr marL="638220" indent="0">
              <a:buNone/>
              <a:defRPr sz="558"/>
            </a:lvl6pPr>
            <a:lvl7pPr marL="765864" indent="0">
              <a:buNone/>
              <a:defRPr sz="558"/>
            </a:lvl7pPr>
            <a:lvl8pPr marL="893508" indent="0">
              <a:buNone/>
              <a:defRPr sz="558"/>
            </a:lvl8pPr>
            <a:lvl9pPr marL="1021152" indent="0">
              <a:buNone/>
              <a:defRPr sz="558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3EB622-0E64-F4F9-CAD7-6CF53C742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0950" y="1069657"/>
            <a:ext cx="2111529" cy="1981673"/>
          </a:xfrm>
        </p:spPr>
        <p:txBody>
          <a:bodyPr/>
          <a:lstStyle>
            <a:lvl1pPr marL="0" indent="0">
              <a:buNone/>
              <a:defRPr sz="447"/>
            </a:lvl1pPr>
            <a:lvl2pPr marL="127644" indent="0">
              <a:buNone/>
              <a:defRPr sz="391"/>
            </a:lvl2pPr>
            <a:lvl3pPr marL="255288" indent="0">
              <a:buNone/>
              <a:defRPr sz="335"/>
            </a:lvl3pPr>
            <a:lvl4pPr marL="382932" indent="0">
              <a:buNone/>
              <a:defRPr sz="279"/>
            </a:lvl4pPr>
            <a:lvl5pPr marL="510576" indent="0">
              <a:buNone/>
              <a:defRPr sz="279"/>
            </a:lvl5pPr>
            <a:lvl6pPr marL="638220" indent="0">
              <a:buNone/>
              <a:defRPr sz="279"/>
            </a:lvl6pPr>
            <a:lvl7pPr marL="765864" indent="0">
              <a:buNone/>
              <a:defRPr sz="279"/>
            </a:lvl7pPr>
            <a:lvl8pPr marL="893508" indent="0">
              <a:buNone/>
              <a:defRPr sz="279"/>
            </a:lvl8pPr>
            <a:lvl9pPr marL="1021152" indent="0">
              <a:buNone/>
              <a:defRPr sz="27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8ECBE8-77BF-969A-DE51-CB401640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C3D18B-56DE-F213-05BC-A779AB79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ADDA25-78AA-1C8D-261B-5FC2EE23F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423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43B622-73AA-DCDE-A87D-02625528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7B5793-88D8-DBB1-0404-12CCE0BD7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E70698-326C-FBA6-66E5-290D4C18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BAC782-F736-0AB3-9F06-F72D08D30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6E5E31-2A2B-9877-D00A-9E02FDF6D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17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2154C5-5E9A-268E-E28F-8A6BC1622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85090" y="189831"/>
            <a:ext cx="1411665" cy="30216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6330D2-28B8-D03F-E2BA-6FAF2A879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0096" y="189831"/>
            <a:ext cx="4153158" cy="30216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6A9D7F-2393-807A-AAE3-3DD01205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CE45AE-B798-9AC2-9B76-93AE7484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B75A65-096D-233C-6BE3-D6647EA8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98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235FB8-7599-CF65-B3E3-D5954CCB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96" y="189832"/>
            <a:ext cx="5646658" cy="689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09FC56-D798-232A-D5EC-A3E4E2B13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96" y="949156"/>
            <a:ext cx="5646658" cy="2262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982CE1-5743-3663-A272-2BB15CCB97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97" y="3304714"/>
            <a:ext cx="1473041" cy="189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4C43E-88C9-41E2-B52D-1946CB1327C9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758797-C6B6-880D-72E4-A93E5DED7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8644" y="3304714"/>
            <a:ext cx="2209562" cy="189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DC77CE-945D-D778-5022-8A0E14E68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23714" y="3304714"/>
            <a:ext cx="1473041" cy="189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45B33-B670-497F-B965-3C87C6D3F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28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55288" rtl="0" eaLnBrk="1" latinLnBrk="0" hangingPunct="1">
        <a:lnSpc>
          <a:spcPct val="90000"/>
        </a:lnSpc>
        <a:spcBef>
          <a:spcPct val="0"/>
        </a:spcBef>
        <a:buNone/>
        <a:defRPr sz="12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3822" indent="-63822" algn="l" defTabSz="255288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782" kern="1200">
          <a:solidFill>
            <a:schemeClr val="tx1"/>
          </a:solidFill>
          <a:latin typeface="+mn-lt"/>
          <a:ea typeface="+mn-ea"/>
          <a:cs typeface="+mn-cs"/>
        </a:defRPr>
      </a:lvl1pPr>
      <a:lvl2pPr marL="191466" indent="-63822" algn="l" defTabSz="255288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670" kern="1200">
          <a:solidFill>
            <a:schemeClr val="tx1"/>
          </a:solidFill>
          <a:latin typeface="+mn-lt"/>
          <a:ea typeface="+mn-ea"/>
          <a:cs typeface="+mn-cs"/>
        </a:defRPr>
      </a:lvl2pPr>
      <a:lvl3pPr marL="319110" indent="-63822" algn="l" defTabSz="255288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58" kern="1200">
          <a:solidFill>
            <a:schemeClr val="tx1"/>
          </a:solidFill>
          <a:latin typeface="+mn-lt"/>
          <a:ea typeface="+mn-ea"/>
          <a:cs typeface="+mn-cs"/>
        </a:defRPr>
      </a:lvl3pPr>
      <a:lvl4pPr marL="446754" indent="-63822" algn="l" defTabSz="255288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3" kern="1200">
          <a:solidFill>
            <a:schemeClr val="tx1"/>
          </a:solidFill>
          <a:latin typeface="+mn-lt"/>
          <a:ea typeface="+mn-ea"/>
          <a:cs typeface="+mn-cs"/>
        </a:defRPr>
      </a:lvl4pPr>
      <a:lvl5pPr marL="574398" indent="-63822" algn="l" defTabSz="255288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3" kern="1200">
          <a:solidFill>
            <a:schemeClr val="tx1"/>
          </a:solidFill>
          <a:latin typeface="+mn-lt"/>
          <a:ea typeface="+mn-ea"/>
          <a:cs typeface="+mn-cs"/>
        </a:defRPr>
      </a:lvl5pPr>
      <a:lvl6pPr marL="702042" indent="-63822" algn="l" defTabSz="255288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3" kern="1200">
          <a:solidFill>
            <a:schemeClr val="tx1"/>
          </a:solidFill>
          <a:latin typeface="+mn-lt"/>
          <a:ea typeface="+mn-ea"/>
          <a:cs typeface="+mn-cs"/>
        </a:defRPr>
      </a:lvl6pPr>
      <a:lvl7pPr marL="829686" indent="-63822" algn="l" defTabSz="255288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3" kern="1200">
          <a:solidFill>
            <a:schemeClr val="tx1"/>
          </a:solidFill>
          <a:latin typeface="+mn-lt"/>
          <a:ea typeface="+mn-ea"/>
          <a:cs typeface="+mn-cs"/>
        </a:defRPr>
      </a:lvl7pPr>
      <a:lvl8pPr marL="957330" indent="-63822" algn="l" defTabSz="255288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3" kern="1200">
          <a:solidFill>
            <a:schemeClr val="tx1"/>
          </a:solidFill>
          <a:latin typeface="+mn-lt"/>
          <a:ea typeface="+mn-ea"/>
          <a:cs typeface="+mn-cs"/>
        </a:defRPr>
      </a:lvl8pPr>
      <a:lvl9pPr marL="1084974" indent="-63822" algn="l" defTabSz="255288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55288" rtl="0" eaLnBrk="1" latinLnBrk="0" hangingPunct="1">
        <a:defRPr sz="503" kern="1200">
          <a:solidFill>
            <a:schemeClr val="tx1"/>
          </a:solidFill>
          <a:latin typeface="+mn-lt"/>
          <a:ea typeface="+mn-ea"/>
          <a:cs typeface="+mn-cs"/>
        </a:defRPr>
      </a:lvl1pPr>
      <a:lvl2pPr marL="127644" algn="l" defTabSz="255288" rtl="0" eaLnBrk="1" latinLnBrk="0" hangingPunct="1">
        <a:defRPr sz="503" kern="1200">
          <a:solidFill>
            <a:schemeClr val="tx1"/>
          </a:solidFill>
          <a:latin typeface="+mn-lt"/>
          <a:ea typeface="+mn-ea"/>
          <a:cs typeface="+mn-cs"/>
        </a:defRPr>
      </a:lvl2pPr>
      <a:lvl3pPr marL="255288" algn="l" defTabSz="255288" rtl="0" eaLnBrk="1" latinLnBrk="0" hangingPunct="1">
        <a:defRPr sz="503" kern="1200">
          <a:solidFill>
            <a:schemeClr val="tx1"/>
          </a:solidFill>
          <a:latin typeface="+mn-lt"/>
          <a:ea typeface="+mn-ea"/>
          <a:cs typeface="+mn-cs"/>
        </a:defRPr>
      </a:lvl3pPr>
      <a:lvl4pPr marL="382932" algn="l" defTabSz="255288" rtl="0" eaLnBrk="1" latinLnBrk="0" hangingPunct="1">
        <a:defRPr sz="503" kern="1200">
          <a:solidFill>
            <a:schemeClr val="tx1"/>
          </a:solidFill>
          <a:latin typeface="+mn-lt"/>
          <a:ea typeface="+mn-ea"/>
          <a:cs typeface="+mn-cs"/>
        </a:defRPr>
      </a:lvl4pPr>
      <a:lvl5pPr marL="510576" algn="l" defTabSz="255288" rtl="0" eaLnBrk="1" latinLnBrk="0" hangingPunct="1">
        <a:defRPr sz="503" kern="1200">
          <a:solidFill>
            <a:schemeClr val="tx1"/>
          </a:solidFill>
          <a:latin typeface="+mn-lt"/>
          <a:ea typeface="+mn-ea"/>
          <a:cs typeface="+mn-cs"/>
        </a:defRPr>
      </a:lvl5pPr>
      <a:lvl6pPr marL="638220" algn="l" defTabSz="255288" rtl="0" eaLnBrk="1" latinLnBrk="0" hangingPunct="1">
        <a:defRPr sz="503" kern="1200">
          <a:solidFill>
            <a:schemeClr val="tx1"/>
          </a:solidFill>
          <a:latin typeface="+mn-lt"/>
          <a:ea typeface="+mn-ea"/>
          <a:cs typeface="+mn-cs"/>
        </a:defRPr>
      </a:lvl6pPr>
      <a:lvl7pPr marL="765864" algn="l" defTabSz="255288" rtl="0" eaLnBrk="1" latinLnBrk="0" hangingPunct="1">
        <a:defRPr sz="503" kern="1200">
          <a:solidFill>
            <a:schemeClr val="tx1"/>
          </a:solidFill>
          <a:latin typeface="+mn-lt"/>
          <a:ea typeface="+mn-ea"/>
          <a:cs typeface="+mn-cs"/>
        </a:defRPr>
      </a:lvl7pPr>
      <a:lvl8pPr marL="893508" algn="l" defTabSz="255288" rtl="0" eaLnBrk="1" latinLnBrk="0" hangingPunct="1">
        <a:defRPr sz="503" kern="1200">
          <a:solidFill>
            <a:schemeClr val="tx1"/>
          </a:solidFill>
          <a:latin typeface="+mn-lt"/>
          <a:ea typeface="+mn-ea"/>
          <a:cs typeface="+mn-cs"/>
        </a:defRPr>
      </a:lvl8pPr>
      <a:lvl9pPr marL="1021152" algn="l" defTabSz="255288" rtl="0" eaLnBrk="1" latinLnBrk="0" hangingPunct="1">
        <a:defRPr sz="5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asis-perturbation-residual-lear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2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飞翔 彭</dc:creator>
  <cp:lastModifiedBy>飞翔 彭</cp:lastModifiedBy>
  <cp:revision>1</cp:revision>
  <dcterms:created xsi:type="dcterms:W3CDTF">2026-08-02T06:08:48Z</dcterms:created>
  <dcterms:modified xsi:type="dcterms:W3CDTF">2026-08-02T06:08:48Z</dcterms:modified>
</cp:coreProperties>
</file>